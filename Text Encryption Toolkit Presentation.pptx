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337" y="3657600"/>
            <a:ext cx="5648325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69043" y="1838325"/>
            <a:ext cx="7310913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Text Encryption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9900" y="29337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818CF8"/>
                </a:solidFill>
                <a:latin typeface="Lato"/>
              </a:rPr>
              <a:t>AICTE - EduSkills Virtual Internship Project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337" y="3857625"/>
            <a:ext cx="1666875" cy="20955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Lato"/>
              </a:rPr>
              <a:t>Priyanshi Upadhyay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2962" y="3857625"/>
            <a:ext cx="2038350" cy="2095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Lato"/>
              </a:rPr>
              <a:t>B.Tech CSE (2024–2028)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7062" y="3857625"/>
            <a:ext cx="1371600" cy="20955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Lato"/>
              </a:rPr>
              <a:t>IILM University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337" y="3886200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962" y="3886200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7062" y="388620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8979"/>
            <a:ext cx="5334000" cy="27125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48979"/>
            <a:ext cx="5334000" cy="2712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844254"/>
            <a:ext cx="4940617" cy="33337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320504"/>
            <a:ext cx="4705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The project addresses the need for a practical, versatile software utility for text manipulation and basic cryptographic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143375"/>
            <a:ext cx="4705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It provides structured implementations of classic ciphers alongside utility tools for text reversal and statistical frequency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844254"/>
            <a:ext cx="4940617" cy="33337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320504"/>
            <a:ext cx="4705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• Cryptographic Logic: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Implement Caesar and ROT13 algorithms using exact modular arithmetic.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3869084"/>
            <a:ext cx="4705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• Analytics: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Build dictionary-based letter frequency counters for text insights.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4417665"/>
            <a:ext cx="4705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• State Management: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Develop a history manager to log operational workflows.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891879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875" y="2891879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Overview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3707"/>
            <a:ext cx="3492549" cy="27830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13707"/>
            <a:ext cx="3492549" cy="27830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13707"/>
            <a:ext cx="3492549" cy="27830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32614" y="3475732"/>
            <a:ext cx="137017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Python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04357"/>
            <a:ext cx="290199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Utilizes Python 3 standard input/output parsing, string manipulation routines, and serialized JSON output data structures.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5863" y="3475732"/>
            <a:ext cx="21802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Modular 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904357"/>
            <a:ext cx="290199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Employs exact modulo 26 character shifting algorithms to ensure seamless alphabet wrap-around during cipher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4187" y="3475732"/>
            <a:ext cx="18002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904357"/>
            <a:ext cx="290199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Uses Python dictionaries for letter frequency maps and lists of structured objects to log runtime operational history.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1487" y="2847082"/>
            <a:ext cx="3524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847082"/>
            <a:ext cx="30480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8087" y="2847082"/>
            <a:ext cx="352425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Core Technical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5080"/>
            <a:ext cx="2314128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95500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Caesar Cipher (Shift Cipher)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571750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Shifts each letter by a fixed key </a:t>
            </a:r>
            <a:r>
              <a:rPr b="0" sz="1350" i="1" u="none">
                <a:solidFill>
                  <a:srgbClr val="475569"/>
                </a:solidFill>
                <a:latin typeface="Lato"/>
              </a:rPr>
              <a:t>K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. Supports encryption and negative-shift decryption with full case preservation.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58455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ROT13 &amp; Reversal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34705"/>
            <a:ext cx="5334000" cy="558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Provides symmetric 13-character rotation alongside string reversal utilities using Python slice indexing (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text[::-1]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167955"/>
            <a:ext cx="1971228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Cryptographic Ciphers Implemented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8507"/>
            <a:ext cx="5334000" cy="21734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18507"/>
            <a:ext cx="5334000" cy="21734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3113782"/>
            <a:ext cx="4940617" cy="33337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Letter Frequency Counter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590032"/>
            <a:ext cx="4705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Iterates through input strings to build frequency maps of alphabetic characters.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138612"/>
            <a:ext cx="4705350" cy="558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Ignores spaces and symbols using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.isalpha()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, serving as a core component for frequency cryptanalysis.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3113782"/>
            <a:ext cx="4940617" cy="33337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String Reversal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590032"/>
            <a:ext cx="4705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Executes rapid string inversion via slice indexing for lightweight obfuscation.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138612"/>
            <a:ext cx="4705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Designed as an independent utility module seamlessly integrated with the central command parser.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316140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875" y="3161407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Text Analytics &amp; Utilities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24162"/>
            <a:ext cx="3867150" cy="2162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205162"/>
            <a:ext cx="34861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4338CA"/>
                </a:solidFill>
                <a:latin typeface="Poppi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48162"/>
            <a:ext cx="3486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730A3"/>
                </a:solidFill>
                <a:latin typeface="Lato"/>
              </a:rPr>
              <a:t>Audit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4900" y="2976562"/>
            <a:ext cx="704088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F46E5"/>
                </a:solidFill>
                <a:latin typeface="Poppins"/>
              </a:rPr>
              <a:t>State Logging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4900" y="3452812"/>
            <a:ext cx="67056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Maintains a chronological record of every operation executed during the runtime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4900" y="3727102"/>
            <a:ext cx="6705600" cy="558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Stores detailed payload entries including operation type (e.g.,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ENCRYPT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,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REVERSE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) and resultant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4285208"/>
            <a:ext cx="67056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Serializes operational history into structured JSON arrays for downstream compliance and auditing.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Encryption History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14587"/>
          <a:ext cx="11048998" cy="298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15244"/>
                <a:gridCol w="3737371"/>
                <a:gridCol w="1753939"/>
                <a:gridCol w="3842444"/>
              </a:tblGrid>
              <a:tr h="5962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oppins"/>
                        </a:rPr>
                        <a:t>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oppins"/>
                        </a:rPr>
                        <a:t>Core Logic / 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oppins"/>
                        </a:rPr>
                        <a:t>Data 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oppins"/>
                        </a:rPr>
                        <a:t>JSON Output Format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962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Caesar Encrypt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(ord(c) - ord('a') + shift) % 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String / ASCII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{"result": "encrypted_text"}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2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Caesar Decrypt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(ord(c) - ord('a') - shift) % 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String / ASCII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{"result": "plain_text"}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62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Frequency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Map iteration +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.isalpha()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Dictionary (Hash)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{"counts": {"a": 3, "b": 1}}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23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History Log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Chronological event append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List of Dicts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[{"op": "ENCRYPT", "out": "..."}]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988915"/>
            <a:ext cx="1715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744" y="2988915"/>
            <a:ext cx="3737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24116" y="2988915"/>
            <a:ext cx="1753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8055" y="2988915"/>
            <a:ext cx="38424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587055"/>
            <a:ext cx="1715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744" y="3587055"/>
            <a:ext cx="3737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24116" y="3587055"/>
            <a:ext cx="1753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8055" y="3587055"/>
            <a:ext cx="38424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185195"/>
            <a:ext cx="1715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744" y="4185195"/>
            <a:ext cx="3737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24116" y="4185195"/>
            <a:ext cx="1753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8055" y="4185195"/>
            <a:ext cx="38424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783335"/>
            <a:ext cx="1715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744" y="4783335"/>
            <a:ext cx="3737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4116" y="4783335"/>
            <a:ext cx="1753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8055" y="4783335"/>
            <a:ext cx="38424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381476"/>
            <a:ext cx="17152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744" y="5381476"/>
            <a:ext cx="3737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24116" y="5381476"/>
            <a:ext cx="1753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8055" y="5381476"/>
            <a:ext cx="38424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Implementation Details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648991"/>
            <a:ext cx="10620375" cy="5581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Case Preservation Challenge: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Handled uppercase and lowercase letters by calculating offsets relative to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ord('a')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and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ord('A')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respectively.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416647"/>
            <a:ext cx="10620375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Frequency Counting Optimization: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Prevented key errors and non-alphabetic noise by employing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counts.get(char, 0) + 1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with 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.isalpha()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193827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Structured State History: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Designed clean dictionary schemas appended to operational lists for easy output serialization.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677667"/>
            <a:ext cx="10620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Full-Stack Internship Value: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Strengthened understanding of algorithms, standard input parsing, and modular Python programming.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8516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26172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3352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87192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Learning Outcomes &amp; 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2493466"/>
            <a:ext cx="5514975" cy="1718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92687"/>
            <a:ext cx="11049000" cy="42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476250"/>
            <a:ext cx="1160145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1E293B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76375"/>
            <a:ext cx="11049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Lato"/>
              </a:rPr>
              <a:t>The Text Encryption Toolkit successfully delivers reliable cryptographic utilities, string manipulation, and operational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9037" y="2741116"/>
            <a:ext cx="47339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Lato"/>
              </a:rPr>
              <a:t>Future Enhancements: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9037" y="3141166"/>
            <a:ext cx="4733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Lato"/>
              </a:rPr>
              <a:t>• Implementation of advanced ciphers (Vigenère &amp; Substitution)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9037" y="3415456"/>
            <a:ext cx="4733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Lato"/>
              </a:rPr>
              <a:t>• Development of a Graphical User Interface (GUI)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9037" y="3689746"/>
            <a:ext cx="47339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Lato"/>
              </a:rPr>
              <a:t>• Automated frequency-analysis cryptanalysis solver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671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561457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https://img.magnific.com/premium-photo/security-lock-with-green-code-dark-background-cyber-security-concept-matrix-protection-internet-security-crypto-encryption_338491-26373.jpg?w=360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400526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www.magnific.com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